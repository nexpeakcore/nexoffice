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Relationship Id="rId5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1524000" y="1143000"/>
            <a:ext cx="9144000" cy="1524000"/>
          </a:xfrm>
          <a:prstGeom prst="rect">
            <a:avLst/>
          </a:prstGeom>
          <a:noFill/>
        </p:spPr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